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6A1A"/>
                </a:solidFill>
              </a:rPr>
              <a:t>OPTIMISATION DES PERFORMANCES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d'une API Gaming — Architecture complète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Spring Boot  ·  PostgreSQL  ·  Kafka  ·  Prometheus  ·  Grafana  ·  Spring Cloud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03320"/>
            <a:ext cx="2011680" cy="8229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Nicolas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98648" y="3703320"/>
            <a:ext cx="201168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374903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Jovany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4160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JMeter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5776" y="3703320"/>
            <a:ext cx="201168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374903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hyppo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4160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2904" y="3703320"/>
            <a:ext cx="201168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2904" y="374903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Dilou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4160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00032" y="3703320"/>
            <a:ext cx="201168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374903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Nassim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4160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Groupe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73152"/>
            <a:ext cx="155448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8" y="8229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Architecture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286000" cy="2194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060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Navigateur / JMeter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234440"/>
            <a:ext cx="2286000" cy="2194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25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060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:8080
Routing + CORS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234440"/>
            <a:ext cx="2286000" cy="2194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325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6060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:8081
Spring Boot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234440"/>
            <a:ext cx="2286000" cy="2194560"/>
          </a:xfrm>
          <a:prstGeom prst="rect">
            <a:avLst/>
          </a:prstGeom>
          <a:solidFill>
            <a:srgbClr val="27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325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6060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:5432
200k matchs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749039"/>
            <a:ext cx="2286000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82219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📨 KAFKA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2793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:29092
match-events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4472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74C3C"/>
                </a:solidFill>
              </a:rPr>
              <a:t>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49039"/>
            <a:ext cx="2286000" cy="1463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82219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📡 PROMETHEUS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2793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:9090
Scrape toutes les 10s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749039"/>
            <a:ext cx="2286000" cy="1463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382219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📊 GRAFANA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2793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:3000
Dashboards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456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↑  scrape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532120"/>
            <a:ext cx="11247120" cy="64008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650992"/>
            <a:ext cx="1737360" cy="347472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696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:8080 Gateway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15768" y="5650992"/>
            <a:ext cx="1737360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15768" y="5696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:8081 API directe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28616" y="5650992"/>
            <a:ext cx="173736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28616" y="5696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:3000 Grafana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41464" y="5650992"/>
            <a:ext cx="173736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41464" y="5696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:9090 Prometheus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54312" y="5650992"/>
            <a:ext cx="173736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4312" y="5696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:8090 Kafka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73152"/>
            <a:ext cx="155448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8" y="8229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Nicolas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Spring Cloud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Point d'entrée unique — tout le trafic passe par là avant d'arriver à l'API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560320" cy="1371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🌐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localhost:8080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45920"/>
            <a:ext cx="2926080" cy="137160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7373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🔀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Routing · CORS ·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645920"/>
            <a:ext cx="2560320" cy="1371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⚙️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gaming-api:8080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37560"/>
            <a:ext cx="2697480" cy="1874519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015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6A1A"/>
                </a:solidFill>
              </a:rPr>
              <a:t>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98848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/api/** → gaming-api:8081
Un seul port exposé au client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337560"/>
            <a:ext cx="2697480" cy="1874519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4015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41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6A1A"/>
                </a:solidFill>
              </a:rPr>
              <a:t>Headers ajoutés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98848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X-Gateway-Source: gaming-gateway
X-Served-By: gaming-gateway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37560"/>
            <a:ext cx="2697480" cy="1874519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4015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041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6A1A"/>
                </a:solidFill>
              </a:rPr>
              <a:t>CORS centralisé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498848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Configuré une seule fois
pour toute l'API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3337560"/>
            <a:ext cx="2697480" cy="1874519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34015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041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6A1A"/>
                </a:solidFill>
              </a:rPr>
              <a:t>Métriques propres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498848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spring_cloud_gateway_requests
Visibles dans Prometheus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solidFill>
            <a:srgbClr val="0D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Preuve en direct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52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8CD8"/>
                </a:solidFill>
              </a:rPr>
              <a:t>curl -s -D - -o /dev/null http://localhost:8080/api/dashboard | grep X-Served-By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73152"/>
            <a:ext cx="155448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8" y="8229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Jovany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JMeter — Tests de Charge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Simule des centaines d'utilisateurs en même temps — c'est ce qui fait bouger Grafana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611880" cy="3474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LECTURE
MASSIVE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C40F"/>
                </a:solidFill>
              </a:rPr>
              <a:t>100 utilisateurs
3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1363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GET /api/matches
GET /api/dashboard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48072"/>
            <a:ext cx="3611880" cy="27432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16636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01-scenario-lecture-massive.jmx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645920"/>
            <a:ext cx="3611880" cy="3474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37360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✍️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5176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ÉCRITURE
CONCURRENTE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6499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C40F"/>
                </a:solidFill>
              </a:rPr>
              <a:t>50 utilisateurs
2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1363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POST /api/matches
création en masse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5148072"/>
            <a:ext cx="3611880" cy="27432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516636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02-scenario-ecriture-concurrente.jmx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645920"/>
            <a:ext cx="3611880" cy="3474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737360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65176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SCÉNARIO
MIXTE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36499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C40F"/>
                </a:solidFill>
              </a:rPr>
              <a:t>200 utilisateurs
5 minutes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91363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70% lecture
30% écriture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5148072"/>
            <a:ext cx="3611880" cy="27432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516636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03-scenario-mixte.jmx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0D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41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Lancer le test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8CD8"/>
                </a:solidFill>
              </a:rPr>
              <a:t>jmeter -n -t jmeter/03-scenario-mixte.jmx -l jmeter/results/test1.jtl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73152"/>
            <a:ext cx="155448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8" y="8229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hyppo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Grafana — Visualisation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À ouvrir PENDANT que JMeter tourne — on voit les courbes monter en direct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🌐  http://localhost:3000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admin / admin   →  Dashboards  →  Gaming API - Performance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2697480" cy="2377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50592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278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Latence p95 / p99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30752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Temps de réponse des
endpoints sous charge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377440"/>
            <a:ext cx="2697480" cy="2377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450592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2278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Throughput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30752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Nombre de requêtes
par seconde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377440"/>
            <a:ext cx="2697480" cy="2377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450592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278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CPU &amp; Mémoire JVM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30752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Ressources consommées
par l'application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377440"/>
            <a:ext cx="2697480" cy="237744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450592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2278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HikariCP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730752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Connexions BDD utilisées
(monte vers 20 max)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19472"/>
            <a:ext cx="11247120" cy="12344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926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6A1A"/>
                </a:solidFill>
              </a:rPr>
              <a:t>⚙️  Réglages indispensables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F8A"/>
                </a:solidFill>
              </a:rPr>
              <a:t>📅  Période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42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Last 15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</a:rPr>
              <a:t>🔄  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742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5s (icône horloge)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E44AD"/>
                </a:solidFill>
              </a:rPr>
              <a:t>📊  Avant/Après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5742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Last 30 min pour voir les 2 tests côte à côte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73152"/>
            <a:ext cx="155448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8" y="8229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Dilou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Prometheus &amp; Micrometer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Prometheus collecte les métriques — Micrometer les expose depuis le code 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41148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6A1A"/>
                </a:solidFill>
              </a:rPr>
              <a:t>3 cibles surveillées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682496"/>
            <a:ext cx="1737360" cy="3474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728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● prometheus :9090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682496"/>
            <a:ext cx="1737360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728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● gaming-api :8081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682496"/>
            <a:ext cx="1737360" cy="347472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728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● gaming-gateway :8080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76272"/>
            <a:ext cx="5394960" cy="2971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494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6A1A"/>
                </a:solidFill>
              </a:rPr>
              <a:t>📊  Métriques custom (métier)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743200"/>
            <a:ext cx="5120640" cy="438912"/>
          </a:xfrm>
          <a:prstGeom prst="rect">
            <a:avLst/>
          </a:prstGeom>
          <a:solidFill>
            <a:srgbClr val="0D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980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8CD8"/>
                </a:solidFill>
              </a:rPr>
              <a:t>dashboard_build_time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798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Temps de construction du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255264"/>
            <a:ext cx="5120640" cy="438912"/>
          </a:xfrm>
          <a:prstGeom prst="rect">
            <a:avLst/>
          </a:prstGeom>
          <a:solidFill>
            <a:srgbClr val="0D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101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8CD8"/>
                </a:solidFill>
              </a:rPr>
              <a:t>match_created_total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Nombre de matchs créés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767328"/>
            <a:ext cx="5120640" cy="438912"/>
          </a:xfrm>
          <a:prstGeom prst="rect">
            <a:avLst/>
          </a:prstGeom>
          <a:solidFill>
            <a:srgbClr val="0D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221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8CD8"/>
                </a:solidFill>
              </a:rPr>
              <a:t>player_stats_computation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8221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Temps de calcul des stats joueur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279392"/>
            <a:ext cx="5120640" cy="438912"/>
          </a:xfrm>
          <a:prstGeom prst="rect">
            <a:avLst/>
          </a:prstGeom>
          <a:solidFill>
            <a:srgbClr val="0D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33425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8CD8"/>
                </a:solidFill>
              </a:rPr>
              <a:t>kafka_match_events_consumed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33425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Events Kafka consommés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176272"/>
            <a:ext cx="5669280" cy="2971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2494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6A1A"/>
                </a:solidFill>
              </a:rPr>
              <a:t>📈  Requêtes PromQL à coller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7432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Débit req/s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0358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8CD8"/>
                </a:solidFill>
              </a:rPr>
              <a:t>rate(http_server_requests_seconds_count[1m])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566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Latence p95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8587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8CD8"/>
                </a:solidFill>
              </a:rPr>
              <a:t>histogram_quantile(0.95, sum(rate(
http_server_requests_seconds_bucket[1m]))
by (le, uri))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389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Matchs/s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6817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8CD8"/>
                </a:solidFill>
              </a:rPr>
              <a:t>rate(match_created_total[1m])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21808"/>
            <a:ext cx="11247120" cy="548640"/>
          </a:xfrm>
          <a:prstGeom prst="rect">
            <a:avLst/>
          </a:prstGeom>
          <a:solidFill>
            <a:srgbClr val="0D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440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🌐  http://localhost:9090/targets  →  vérifier que les 3 cibles sont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73152"/>
            <a:ext cx="155448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8" y="8229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Nassim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Kafka — Messaging Asynchrone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L'API répond immédiatement — le traitement se fait en arrière-plan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743200" cy="20116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42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POST /api/matches
→ répond 200 immédiat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6A1A"/>
                </a:solidFill>
              </a:rPr>
              <a:t>publier →
match-events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645920"/>
            <a:ext cx="2743200" cy="2011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71907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</a:rPr>
              <a:t>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42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17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Topic : match-events
Message conservé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3317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6A1A"/>
                </a:solidFill>
              </a:rPr>
              <a:t>consume →
async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645920"/>
            <a:ext cx="2743200" cy="2011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71907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542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Log + compteur
Prometheus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11247120" cy="5943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6A1A"/>
                </a:solidFill>
              </a:rPr>
              <a:t>Message publié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13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8CD8"/>
                </a:solidFill>
              </a:rPr>
              <a:t>{"event":"MATCH_CREATED","matchId":42,"gameMode":"RANKED","region":"EU"}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17720"/>
            <a:ext cx="530352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908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6A1A"/>
                </a:solidFill>
              </a:rPr>
              <a:t>🌐  Kafka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074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8CD8"/>
                </a:solidFill>
              </a:rPr>
              <a:t>http://localhost:8090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223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Topics → match-events → Messages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60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Consumers → gaming-group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617720"/>
            <a:ext cx="192024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68172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257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Réponse
immédiate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6509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API ne bloque pas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4617720"/>
            <a:ext cx="192024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68172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257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6509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N consumers en parallèle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4617720"/>
            <a:ext cx="192024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468172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5257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Traçable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56509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Tous les events conservés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73152"/>
            <a:ext cx="155448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8" y="8229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Avant / Après — Résultats Mesurés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4924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4924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❌  AVANT  (branche demo-before)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✅  APRÈS  (branche gateway)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26187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06A1A"/>
                </a:solidFill>
              </a:rP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349240" cy="64008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349240" cy="640080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83664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GET /api/matches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7627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⏳  Timeout — OOM (200k lignes RAM)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9339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⚡  ~200ms (pagination 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199339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51176"/>
            <a:ext cx="5349240" cy="64008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551176"/>
            <a:ext cx="5349240" cy="640080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06040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GET /api/players/{id}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9864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💥  Erreur 500 — cascade EAGER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157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✓   ~250ms  /  6ms (cache)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7157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73552"/>
            <a:ext cx="5349240" cy="64008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273552"/>
            <a:ext cx="5349240" cy="640080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28416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GET /api/dashboard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2102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🐢  2s+ — recalcul à chaque appel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38144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🚀  ~450ms  /  6ms (cache)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43814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95928"/>
            <a:ext cx="5349240" cy="64008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995928"/>
            <a:ext cx="5349240" cy="640080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50791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200 users simultanés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3434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🔴  Saturé — pas de réponse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6052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🟢  Stable — HikariCP pool=20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416052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18304"/>
            <a:ext cx="5349240" cy="64008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718304"/>
            <a:ext cx="5349240" cy="640080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77316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Mémoire JVM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6577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📈  OutOfMemory — crash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8289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📉  Stable — LAZY loading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88289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559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6A1A"/>
                </a:solidFill>
              </a:rPr>
              <a:t>🔬  Sur Grafana 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555955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Mettre la période sur Last 30 min pendant la démo → les 2 tests JMeter apparaissent côte à côte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90702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Branche demo-before = cache désactivé  |  Branche gateway = toutes les optimisations actives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73152"/>
            <a:ext cx="155448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8" y="82296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Ce qu'on retient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9601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54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Mesurer avant d'optimiser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3852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Sans métriques Prometheus/Grafana on navigue à l'aveugle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11247120" cy="9601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51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Chaque anti-pattern a un coût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0358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EAGER loading, findAll(), pas de cache = crash en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1247120" cy="9601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4903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Architecturer pour la charge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133087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Gateway + pool HikariCP + cache = stabilité sous 200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1247120" cy="9601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846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L'async libère l'API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23036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Kafka découple les traitements lourds de la réponse HTTP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87568"/>
            <a:ext cx="11247120" cy="530352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"Optimiser sans mesurer, c'est naviguer sans boussole."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