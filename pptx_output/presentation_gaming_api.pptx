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651760"/>
            <a:ext cx="12188952" cy="73152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E94F37"/>
                </a:solidFill>
              </a:rPr>
              <a:t>🎮  OPTIMISATION DES PERFORMANCES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BACKEND JAVA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CCCC"/>
                </a:solidFill>
              </a:rPr>
              <a:t>Plateforme Gaming Compétitive — API REST Spring Boot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CCCCC"/>
                </a:solidFill>
              </a:rPr>
              <a:t>Spring Boot  •  PostgreSQL  •  Kafka  •  Prometheus  •  Grafana  •  JMeter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Groupe 5 étudiants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292608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20116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P1 — CONTEXTE &amp;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Contexte du Projet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394960" cy="256032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F37"/>
                </a:solidFill>
              </a:rPr>
              <a:t>🏆  Plateforme Gaming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▸  Jeu compétitif en ligne multijoueur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214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▸  10 000 joueurs enregistrés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0545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▸  200 000 matchs — 700 000 participations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89503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▸  Modes : RANKED, CASUAL, TOURNAMENT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7355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▸  Régions : EU, NA, ASIA, 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34440"/>
            <a:ext cx="5394960" cy="256032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258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F37"/>
                </a:solidFill>
              </a:rPr>
              <a:t>🎯  Objectifs Pédagogiques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37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✓  Identifier les anti-patterns de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1214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✓  Mettre en place l'observabilité complète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50545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✓  Mesurer une baseline reproductible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89503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✓  Appliquer des optimisations mesurables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27355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CCCC"/>
                </a:solidFill>
              </a:rPr>
              <a:t>✓  Comparer avant / après avec métriques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77639"/>
            <a:ext cx="1120140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1148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94F37"/>
                </a:solidFill>
              </a:rPr>
              <a:t>📐  Approche  :  Mesurer → Analyser → Optimiser → Re-mesurer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292608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20116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P1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Architecture en Couches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457200"/>
            <a:ext cx="6400800" cy="65836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5303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CLIENT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56692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Requêtes REST HTTP/JSON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1280160"/>
            <a:ext cx="6400800" cy="658368"/>
          </a:xfrm>
          <a:prstGeom prst="rect">
            <a:avLst/>
          </a:prstGeom>
          <a:solidFill>
            <a:srgbClr val="27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3533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38988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PlayerController  •  MatchController  •  DashboardController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103120"/>
            <a:ext cx="6400800" cy="6583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17627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21284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PlayerService  •  MatchService  •  DashboardService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2926080"/>
            <a:ext cx="6400800" cy="65836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29992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REPOSITORY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03580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Spring Data JPA  •  JDBC  •  EntityManager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749039"/>
            <a:ext cx="6400800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822191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858768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PostgreSQL 16  •  10k joueurs  •  200k matchs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234440"/>
            <a:ext cx="3383280" cy="329184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13258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F37"/>
                </a:solidFill>
              </a:rPr>
              <a:t>🔍 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→  Micrometer → métriques JVM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12140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→  /actuator/prometheus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250545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→  Prometheus scrape 15s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889503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→  Grafana dashboard live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2735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→  Kafka event streaming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292608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20116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P1 — STACK TECHNIQUE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Technologies Utilisées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577840" cy="10058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☕  Java 17 + Spring Boot 3.3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647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Framework principal, REST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5577840" cy="1005840"/>
          </a:xfrm>
          <a:prstGeom prst="rect">
            <a:avLst/>
          </a:prstGeom>
          <a:solidFill>
            <a:srgbClr val="27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3258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🗄  PostgreSQL 16 + JPA/Hibernate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7647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Persistence, pool HikariCP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23160"/>
            <a:ext cx="5577840" cy="10058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📨  Apache Kafka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535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Event streaming — match-events topic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423160"/>
            <a:ext cx="5577840" cy="10058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514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📊  Micrometer + Prometheus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535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Collecte et exposition des métriques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11880"/>
            <a:ext cx="5577840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03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📈  Grafana 10.2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422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Visualisation dashboards temps réel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611880"/>
            <a:ext cx="557784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703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🔨  Apache JMeter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1422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Tests de charge — 3 scénarios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800600"/>
            <a:ext cx="557784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92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🐳  Docker Compose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309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7 services orchestrés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4800600"/>
            <a:ext cx="5577840" cy="10058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892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🔧  Maven + Lombok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33095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Build, réduction boilerplate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292608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20116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P2 — ANTI-PATTERNS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Problèmes de Performance Identifiés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11247120" cy="137160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164592" cy="13716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F37"/>
                </a:solidFill>
              </a:rPr>
              <a:t>FetchType.EAGER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01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📁  Player.java:43 / Match.java:53 / MatchPlayer.java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463039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Charge TOUS les matchs/joueurs liés à chaque findById()
→ 1 requête = des centaines de SELECT en cascade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862072"/>
            <a:ext cx="11247120" cy="137160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862072"/>
            <a:ext cx="164592" cy="13716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53512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F37"/>
                </a:solidFill>
              </a:rPr>
              <a:t>Pagination 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37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📁  MatchService.java:58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999232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findAll() charge 200 000 lignes en RAM
→ subList() applique la pagination côté Java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398264"/>
            <a:ext cx="11247120" cy="137160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398264"/>
            <a:ext cx="164592" cy="13716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489703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F37"/>
                </a:solidFill>
              </a:rPr>
              <a:t>N+1 Queries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737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📁  DashboardService.buildTopPlayers()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535424"/>
            <a:ext cx="5760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 requête pour les joueurs + N×2 requêtes pour leurs stats
→ Explosif à l'échelle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292608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20116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P2 — ANTI-PATTERNS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Problèmes de Performance Identifiés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61872"/>
            <a:ext cx="11247120" cy="118872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61872"/>
            <a:ext cx="164592" cy="1188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350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</a:rPr>
              <a:t>Aucun Cache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007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📁  DashboardService.getDashboard()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371600"/>
            <a:ext cx="5943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Recalcul complet à chaque requête GET /api/dashboard
→ Agrégation coûteuse répétée indéfiniment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87752"/>
            <a:ext cx="11247120" cy="118872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587752"/>
            <a:ext cx="164592" cy="1188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609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</a:rPr>
              <a:t>Stats en Java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0266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📁  PlayerService.getPlayerStats()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697480"/>
            <a:ext cx="5943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Charge toutes les participations en mémoire pour COUNT/SUM/AVG
→ O(n) Java au lieu de O(log n) 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13632"/>
            <a:ext cx="11247120" cy="118872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913632"/>
            <a:ext cx="164592" cy="1188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9867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</a:rPr>
              <a:t>Pas d'Index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3525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📁  entities/  (toutes les tables)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023360"/>
            <a:ext cx="5943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Full table scan sur 200 000 lignes pour chaque filtre
→ created_at, game_mode, status, region non indexés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239512"/>
            <a:ext cx="11247120" cy="118872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5239512"/>
            <a:ext cx="164592" cy="1188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3126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74C3C"/>
                </a:solidFill>
              </a:rPr>
              <a:t>Insert unitaire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6784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CCCC"/>
                </a:solidFill>
              </a:rPr>
              <a:t>📁  MatchService.create()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5349240"/>
            <a:ext cx="5943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N saves séparés pour N joueurs d'un match
→ Pas de batch insert JDBC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292608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20116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P3 — OBSERVABILITÉ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Stack de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606040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Spring Boot
Micrometer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Instrumentation auto
/actuator/prometheus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94F37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234440"/>
            <a:ext cx="2606040" cy="2286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423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Scrape toutes les 15s
Stockage time-series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0448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94F37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234440"/>
            <a:ext cx="2606040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79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79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2423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Dashboard provisionné
Visualisations temps réel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94F37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1234440"/>
            <a:ext cx="2606040" cy="22860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19" y="1280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Alerting
(prêt)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19" y="242316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Seuils configurables
Notifications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749039"/>
            <a:ext cx="11247120" cy="25603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840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94F37"/>
                </a:solidFill>
              </a:rPr>
              <a:t>Métriques exposées via /actuator/prometheus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97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▸  http_server_requests_seconds  →  temps de réponse HTTP (p50 / p95 / p99)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▸  jvm_memory_used_bytes         →  heap / non-heap en temps réel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377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▸  jvm_threads_live_threads      →  threads actifs / daemon / bloqués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2577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▸  hikaricp_connections_active   →  pool JDBC actif / idle / en attente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778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▸  jvm_gc_pause_seconds          →  durée des pauses GC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89787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CCCC"/>
                </a:solidFill>
              </a:rPr>
              <a:t>▸  match.created  •  player.stats.computation  →  métriques métier custom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292608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20116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P3 — GRAFANA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Dashboard Baseline — Provisionné Automatiquement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5577840" cy="137160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898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F37"/>
                </a:solidFill>
              </a:rPr>
              <a:t>📉  Temps de Réponse 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p50 / p95 / p99 par endpoint
Unité : ms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280160"/>
            <a:ext cx="5577840" cy="137160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8988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F37"/>
                </a:solidFill>
              </a:rPr>
              <a:t>⚡  Throughput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Requêtes / seconde
Par endpoint et global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34640"/>
            <a:ext cx="5577840" cy="137160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9443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F37"/>
                </a:solidFill>
              </a:rPr>
              <a:t>🖥  CPU JVM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3832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Process CPU + System CPU
% utilisation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834640"/>
            <a:ext cx="5577840" cy="137160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9443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F37"/>
                </a:solidFill>
              </a:rPr>
              <a:t>🧠  Mémoire Heap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38328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Used / Committed / Max
Non-heap séparé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389120"/>
            <a:ext cx="5577840" cy="137160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4988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F37"/>
                </a:solidFill>
              </a:rPr>
              <a:t>🧵  Threads JVM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3775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Live / Daemon / Bloqués
Évolution dans le temps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389120"/>
            <a:ext cx="5577840" cy="137160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49884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94F37"/>
                </a:solidFill>
              </a:rPr>
              <a:t>🔌  Pool HikariCP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37759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Active / Idle / Pending
Max = 10 connexions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5989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CC71"/>
                </a:solidFill>
              </a:rPr>
              <a:t>🌐  Accès :  http://localhost:3000  (admin / admin)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292608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20116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P4 — TESTS DE CHARGE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Tests de Charge — Apache JMeter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3749039" cy="4114800"/>
          </a:xfrm>
          <a:prstGeom prst="rect">
            <a:avLst/>
          </a:prstGeom>
          <a:solidFill>
            <a:srgbClr val="278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Scénario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Lecture Massive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</a:rPr>
              <a:t>100 threads
3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GET /api/matches (paginé)
GET /api/players/{id}/stats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280160"/>
            <a:ext cx="3749039" cy="4114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Scénario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783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Écriture Concurrente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77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</a:rPr>
              <a:t>50 threads
2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1546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POST /api/matches
avec 3 à 5 joueurs par match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280160"/>
            <a:ext cx="3749039" cy="4114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Scénario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7830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Scénario Mixte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3774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39C12"/>
                </a:solidFill>
              </a:rPr>
              <a:t>200 threads
5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5468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70 % lectures
30 % créations de matchs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623560"/>
            <a:ext cx="11247120" cy="9144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760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CCCC"/>
                </a:solidFill>
              </a:rPr>
              <a:t>💡  Objectif : mesurer les temps de réponse, throughput, erreurs et saturation du pool JDBC sous charge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292608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20116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P4 — RÉSULTATS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Comportement Observé — Avant Optimisation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11247120" cy="50292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44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F37"/>
                </a:solidFill>
              </a:rPr>
              <a:t>Endpoint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344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F37"/>
                </a:solidFill>
              </a:rPr>
              <a:t>Comportement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344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F37"/>
                </a:solidFill>
              </a:rPr>
              <a:t>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3441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94F37"/>
                </a:solidFill>
              </a:rPr>
              <a:t>Statut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874519"/>
            <a:ext cx="112471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GET /api/matches?page=0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65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findAll() 200k lignes en 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9C12"/>
                </a:solidFill>
              </a:rPr>
              <a:t>OOM / timeout &gt;30s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9659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</a:rPr>
              <a:t>❌ KO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496312"/>
            <a:ext cx="11247120" cy="566928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5877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GET /api/players/top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58775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EAGER circulaire Player↔Match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5877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9C12"/>
                </a:solidFill>
              </a:rPr>
              <a:t>500 erreur + crash heap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58775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74C3C"/>
                </a:solidFill>
              </a:rPr>
              <a:t>❌ KO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118104"/>
            <a:ext cx="112471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0954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GET /api/matches/{id}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20954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Cascade EAGER sur 1 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20954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9C12"/>
                </a:solidFill>
              </a:rPr>
              <a:t>Timeout &gt;15s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20954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39C12"/>
                </a:solidFill>
              </a:rPr>
              <a:t>⚠️ Lent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739896"/>
            <a:ext cx="11247120" cy="566928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831335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GET /actuator/health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831335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Pas de DB query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831335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9C12"/>
                </a:solidFill>
              </a:rPr>
              <a:t>&lt; 50ms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3831335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✅ OK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361688"/>
            <a:ext cx="11247120" cy="56692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453127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GET /actuator/prometheus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453127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Export métriques Micrometer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453127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39C12"/>
                </a:solidFill>
              </a:rPr>
              <a:t>&lt; 100ms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4453127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CC71"/>
                </a:solidFill>
              </a:rPr>
              <a:t>✅ OK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806440"/>
            <a:ext cx="11247120" cy="6858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916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94F37"/>
                </a:solidFill>
              </a:rPr>
              <a:t>⚡  Conclusion baseline : l'API ne tient pas la charge — les anti-patterns rendent le système non opérationnel à l'échelle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"/>
            <a:ext cx="12188952" cy="640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64592"/>
            <a:ext cx="2926080" cy="38404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20116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P5 — OPTIMISATIONS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Optimisations Appliquées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11247120" cy="621792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182880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✓  FetchType.LAZY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3716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📁 Player.java / Match.java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3716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Chargement à la demande uniquement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75104"/>
            <a:ext cx="11247120" cy="621792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975104"/>
            <a:ext cx="182880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06654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✓  @EntityGraph ciblé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06654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📁 PlayerRepository / MatchRepository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06654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JOIN FETCH uniquement quand nécessaire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70048"/>
            <a:ext cx="11247120" cy="621792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670048"/>
            <a:ext cx="182880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614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✓  Pagination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276148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📁 MatchService.getAll()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27614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Pageable → LIMIT/OFFSET en base, 0 OOM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364991"/>
            <a:ext cx="11247120" cy="621792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364991"/>
            <a:ext cx="182880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4564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✓  Cache Caffeine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4564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📁 DashboardService / PlayerService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345643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TTL 10s dashboard • TTL 60s stats joueur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059935"/>
            <a:ext cx="11247120" cy="621792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059935"/>
            <a:ext cx="182880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151375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✓  Requête SQL agrégée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151375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📁 PlayerService.getPlayerStats()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151375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1 seule requête COUNT/SUM/AVG vs N entités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754879"/>
            <a:ext cx="11247120" cy="621792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754879"/>
            <a:ext cx="182880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84631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✓  Index 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39" y="484631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📁 Match / Player / MatchPlayer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84631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idx_match_created_at, game_mode, status…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5449823"/>
            <a:ext cx="11247120" cy="621792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5449823"/>
            <a:ext cx="182880" cy="62179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541263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CC71"/>
                </a:solidFill>
              </a:rPr>
              <a:t>✓  Pool HikariCP tunné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49039" y="5541263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CCCC"/>
                </a:solidFill>
              </a:rPr>
              <a:t>📁 application.yml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5541263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max-pool-size adapté à la charge mesurée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73152"/>
            <a:ext cx="2926080" cy="292608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09728"/>
            <a:ext cx="2743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P5 —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Ce que ce Projet nous a Appris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394960" cy="347472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F37"/>
                </a:solidFill>
              </a:rPr>
              <a:t>📌  Points Clés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▸  Mesurer AVANT d'optimiser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50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▸  FetchType.EAGER = piège classique JPA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34056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▸  findAll() interdit à l'échelle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18103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▸  Le cache change tout pour les endpoints chauds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0215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▸  L'index SQL est la première optimisation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86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▸  L'observabilité est indispensable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669280" cy="34747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087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E94F37"/>
                </a:solidFill>
              </a:rPr>
              <a:t>🚀  Résultats Attendus Post-Opt.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65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↑  GET /api/matches  :  timeout → &lt; 50ms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3500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↑  GET /api/players/top  :  500 → &lt; 80ms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73405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↑  GET /api/dashboard  :  2s → &lt; 20ms (cache)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118103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↑  Throughput  :  ×10 sous charge JMeter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502151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↑  GC pauses  :  réduites (moins d'objets)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CCCC"/>
                </a:solidFill>
              </a:rPr>
              <a:t>↑  Pool JDBC  :  saturation éliminée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074920"/>
            <a:ext cx="11521440" cy="1051560"/>
          </a:xfrm>
          <a:prstGeom prst="rect">
            <a:avLst/>
          </a:prstGeom>
          <a:solidFill>
            <a:srgbClr val="0F3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2120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94F37"/>
                </a:solidFill>
              </a:rPr>
              <a:t>"Optimiser sans mesurer, c'est naviguer sans boussole."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235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CCCC"/>
                </a:solidFill>
              </a:rPr>
              <a:t>Spring Boot + Micrometer + Prometheus + Grafana + JMeter = observabilité complète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