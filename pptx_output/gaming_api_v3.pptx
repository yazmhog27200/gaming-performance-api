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88952" cy="109728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7373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6A1A"/>
                </a:solidFill>
              </a:rPr>
              <a:t>OPTIMISATION DES PERFORMANCES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d'une API Gaming en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089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Spring Boot  ·  PostgreSQL  ·  Kafka  ·  Prometheus  ·  Grafana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Groupe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Plateforme
de jeu en ligne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Matchs compétitifs
entre joueurs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508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060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10 000
Joueurs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118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Répartis sur 4 régions
mondiales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508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6060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200 000
Parties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6118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Avec scores,
résultats, durées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06A1A"/>
                </a:solidFill>
              </a:rPr>
              <a:t>→  Une API REST qui doit répondre vite, même sous forte charge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Notre Démarche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CONSTRUIRE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L'API + la base de données
avec de vraies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651760" cy="4114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926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ANALYSER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Les problèmes de lenteur
cachés dans 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51760" cy="4114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MESURER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Les performances
avant toute modification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371600"/>
            <a:ext cx="2651760" cy="4114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926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OPTIMISER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Corriger et mesurer
à nouveau pour comparer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Les Problèmes Détectés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</a:rPr>
              <a:t>L'API était lente — mais pourquoi 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474720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SURCHARGE
MÉMOIRE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L'API chargeait 200 000 parties
d'un coup en mémoire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737360"/>
            <a:ext cx="3474720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060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TROP DE
REQUÊTES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246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1 appel = des centaines de
questions à la base de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474720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060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PAS DE
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46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Les mêmes calculs refaits
à chaque seconde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3474720" cy="21031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PAS
D'INDEX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23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La base cherchait ligne par
ligne dans 200 000 entrées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114800"/>
            <a:ext cx="3474720" cy="21031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4206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983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SAUVEGARDES
UNITAIRES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623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Chaque joueur sauvegardé
séparément, pas en groupe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114800"/>
            <a:ext cx="3474720" cy="21031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206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983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STATS
EN JAVA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623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Calculs faits en code
au lieu d'être faits par la BDD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Comment On Mesure Tout Ça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Comme le tableau de bord d'une voiture — mais pour un serveur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474720" cy="29260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MICROMETER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Capteurs intégrés
dans l'application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880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91640"/>
            <a:ext cx="3474720" cy="2926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7830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520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Collecte les données
toutes les 15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80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691640"/>
            <a:ext cx="3474720" cy="2926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7830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520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Affiche les courbes
en temps réel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47120" cy="12344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56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6A1A"/>
                </a:solidFill>
              </a:rPr>
              <a:t>Ce qu'on surveille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218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⏱ Temps de réponse     💻 CPU du serveur     🧠 Mémoire utilisée     🧵 Nombre de processus actifs     🔌 Connexions à la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Kafka — Événements en Temps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Chaque action importante génère un événement traité en arrière-plan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200400" cy="25603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Crée un match
et publie l'événement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06A1A"/>
                </a:solidFill>
              </a:rPr>
              <a:t>→
match-events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691640"/>
            <a:ext cx="3200400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783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Topic : match-events
Stocke &amp; distribue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2860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06A1A"/>
                </a:solidFill>
              </a:rPr>
              <a:t>→
consume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1691640"/>
            <a:ext cx="1828800" cy="2560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783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697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CONSUMER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200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Traite
async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11247120" cy="9144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53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6A1A"/>
                </a:solidFill>
              </a:rPr>
              <a:t>Message publié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7375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8CD8"/>
                </a:solidFill>
              </a:rPr>
              <a:t>{"event":"MATCH_CREATED","matchId":42,"gameMode":"RANKED","region":"EU"}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3566160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50992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6509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Réponse
immédiate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6062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L'API ne bloque pas
pour traiter l'event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577840"/>
            <a:ext cx="3566160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650992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56509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Traitement
parallèle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6062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Plusieurs consumers
en même temps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5577840"/>
            <a:ext cx="3566160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5650992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56509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Traçabilité
complète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6062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Tous les événements
sont conservés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Avant et Après les Optimisations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9496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6792" y="1188720"/>
            <a:ext cx="53949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❌  AVANT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2618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✅  APRÈS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2618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874519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842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Consulter les parties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219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⏳  Timeout (pas de réponse)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03911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⚡  Moins de 50ms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03911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24327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2624327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3405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Voir les meilleurs joueurs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7179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💥  Erreur 500 — plantage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78892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✓  Réponse en 80ms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788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74135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6792" y="3374135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83863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Tableau de bord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2160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🐢  2 secondes par requête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538727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🚀  20ms (cache)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538727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23944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36792" y="4123944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336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200 utilisateurs en même temps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714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🔴  Saturé, plus de réponse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4288536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🟢  Stable, fluide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28853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73752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36792" y="4873752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983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Mémoire utilisée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212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📈  Explosion — OutOfMemory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503834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📉  Stable et maîtrisée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503834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Ce qu'on retient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Mesurer d'abord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20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On ne peut pas améliorer ce qu'on ne mesure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Comprendre avant d'agir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6323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Chaque lenteur a une cause identifiable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11247120" cy="1005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94759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947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L'observabilité, c'est vital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06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Sans tableau de bord, on navigue à l'aveugle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11247120" cy="1005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37759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9377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Les petits détails comptent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349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Un seul mauvais paramètre peut tout bloquer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815584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"Optimiser sans mesurer, c'est naviguer sans boussole."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